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</a:rPr>
              <a:t>Recce Report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</a:rPr>
              <a:t>HDFC Andheri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No job yet (new enquiry)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Date: 28 Oct 2026    Time: 10:00 – 11:30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Done by: Kuldeep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Photos: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Report: Fascia 12x3 ft, power available.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916" y="182880"/>
            <a:ext cx="10485120" cy="5897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172200"/>
            <a:ext cx="11640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Photo 1 of 3  ·  Main fascia  ·  12 × 3 ft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5697" y="182880"/>
            <a:ext cx="3317558" cy="5897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172200"/>
            <a:ext cx="11640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Photo 2 of 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916" y="182880"/>
            <a:ext cx="10485120" cy="5897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172200"/>
            <a:ext cx="11640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Photo 3 of 3  ·  Entry glass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2026-10-28T06:10:16Z</dcterms:created>
  <dcterms:modified xsi:type="dcterms:W3CDTF">2026-10-28T06:10:16Z</dcterms:modified>
</cp:coreProperties>
</file>